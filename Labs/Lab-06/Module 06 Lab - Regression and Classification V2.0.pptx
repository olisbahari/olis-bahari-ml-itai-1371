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4FA165-E8E2-4859-BC8F-5F2250178FD3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1F4C81-34AF-48C8-A02F-02919DF7FB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965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8DF12-D391-D190-A363-856D86124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0169B0-9897-0010-8C33-FBDC0675B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0538E-AEF7-3CF3-6906-5E3418966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AB007-53F0-4F11-ACBB-72EFA49100BC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CFDF8-CB01-2192-65C9-854200CD6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D178A-61BC-AEB7-478B-CFF54B3AB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F853-927F-43D6-884E-B011DEAAAE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053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E4435-8B9B-DBDE-C382-1AA177E28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6FB44-D0A2-9F40-11C5-83FE50251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30094-10E7-92CC-8D9E-51D5B2619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71AD-11A3-4499-828C-B57F56C4C1AB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D6C69-641C-4C12-090C-0C737D40C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7EA32-D5ED-C125-93E0-9489C597E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F853-927F-43D6-884E-B011DEAAAE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15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61DCD-5109-5E6B-3E42-EECAB1AE4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209B9-F78F-9CD5-B887-77DA454EC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E2DF0-63A3-2954-1D5D-D11EDB30E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46938-D903-4484-B1EA-E86ED1FE01A7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2E0E0-0BCE-4937-C5B3-06121BE91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4A5B3-C881-FA00-67EB-3E2B449E9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F853-927F-43D6-884E-B011DEAAAE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895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0F1C6-02E6-1EAE-F1F7-93621987B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6FD45-4810-703B-A516-267AB8E3AB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5DC39-1716-AD6A-492A-09A016849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3A40A-5496-EFF1-4FBF-35F753716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4A0D7-0038-49DA-BB28-E25A845FE16A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85C0A-55D5-0E16-FB55-4C6B2DCAE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76750-5310-B26A-C28C-401F5EE98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F853-927F-43D6-884E-B011DEAAAE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21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033D-50B9-DC31-8A5F-437B0C597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104CC-5654-4507-A896-65C268454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A1ADB-5331-7DF4-530F-28C95699D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1A56B8-916B-C6CC-F026-8CC8071A7E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A7ED5-6D19-89D5-CE03-84EF2BE9B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4936CF-C522-CE65-E395-FCF01B203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82B4-14A2-436E-8964-584DE5A9C57E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A4773D-6F3D-3686-54BC-26FDEE0C6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A001BA-A0AE-09A8-EF02-CFB239767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F853-927F-43D6-884E-B011DEAAAE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674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7CF83-01D1-2761-3B38-D5FC6FE4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A81E74-74D7-A733-2BDA-F015D2584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7A3FF-5E7D-4362-8351-26884F33ABC1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6F13D-52BC-05C9-0A78-7C4C35B1A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3E6252-CCF2-37E2-AFDB-CD53FB936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F853-927F-43D6-884E-B011DEAAAE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972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5704A-80E1-DB0B-DA57-B06B8A092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8515-7005-4ADE-BAA2-3C73D4B278D2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C9C314-2C82-A5E4-ED65-098E9C68F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09E2F-55F4-2C3D-FEC2-037037E62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F853-927F-43D6-884E-B011DEAAAE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05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369DE-BBF2-39F2-4784-248C5599E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FD0AF-17BF-7811-4185-09C02306B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05D2E7-E4A9-8068-0430-9D335468A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55CF9-1058-B3FC-6BDA-AB72A7366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F141B-BE0D-45BA-A939-563400DFE458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80E361-578C-1BDA-FCF4-DD3C8952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7A71F-31D8-987F-CC66-68C0632B2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F853-927F-43D6-884E-B011DEAAAE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356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5521F-348B-7405-5B7F-4069FF205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8484EF-18C5-2E97-14B6-C95163D005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663BB-487A-5987-578F-232637073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36E46-06AD-F3CC-27AE-68390924E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C577-B2AC-4911-9D01-16762821CC4E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CBDF0-663F-6ACC-42CB-4DA393512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1B6B67-4A47-6754-509E-82C9F9DC1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F853-927F-43D6-884E-B011DEAAAE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92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21CD1-E56F-CDAD-153B-AB048F5B7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4E9BE1-7E4B-5EEC-590D-200184B0C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7BF64-052F-8631-A0E2-A571C4CA0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AE97-98B5-4186-8223-F3150A9B1BCB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E9789-1065-950A-D70A-834D792A5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5EE46-E692-88D7-8B18-20E205879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F853-927F-43D6-884E-B011DEAAAE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149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644DBB-7B71-DF38-D4C7-BE4C308D57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03842-6C7B-114C-94A0-FB7F7126B0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99A96-5918-ABA9-9A11-EDCE0A5E5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A7ED9-B620-48EA-B085-C136BED0D1F1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E4530-94CC-0C31-4B21-B061D5FB3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F9A30-664F-5A4C-82A3-5A502E954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F853-927F-43D6-884E-B011DEAAAE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029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8A4E21-A236-7132-2D9A-1BD8120C5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859AE-B6D2-24B7-5891-C0F5A5FE6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5A5ED-F007-3E07-07E3-63F3B0EE8C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EC6B10-6385-4862-928B-12C9B966C342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2DFDB-BA5E-3E71-7622-3683E500A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06E1B-6225-0947-83AE-47D3C7C685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ACF853-927F-43D6-884E-B011DEAAAE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012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6A310D4-12AC-D16D-0DE7-B2445631E44A}"/>
              </a:ext>
            </a:extLst>
          </p:cNvPr>
          <p:cNvCxnSpPr>
            <a:stCxn id="25" idx="2"/>
            <a:endCxn id="23" idx="0"/>
          </p:cNvCxnSpPr>
          <p:nvPr/>
        </p:nvCxnSpPr>
        <p:spPr>
          <a:xfrm>
            <a:off x="5644264" y="1859795"/>
            <a:ext cx="1" cy="392135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5ABF861-3900-34AE-CB93-206601E75C0A}"/>
              </a:ext>
            </a:extLst>
          </p:cNvPr>
          <p:cNvSpPr/>
          <p:nvPr/>
        </p:nvSpPr>
        <p:spPr>
          <a:xfrm>
            <a:off x="4863062" y="2166169"/>
            <a:ext cx="1562404" cy="89861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Prepare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B11F187-F00C-903B-D2CC-FDA0F1AC2773}"/>
              </a:ext>
            </a:extLst>
          </p:cNvPr>
          <p:cNvSpPr/>
          <p:nvPr/>
        </p:nvSpPr>
        <p:spPr>
          <a:xfrm>
            <a:off x="4863062" y="3371162"/>
            <a:ext cx="1562405" cy="89861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Drop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Rows With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Missing Age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9F78236-5AC3-2714-7386-6E6991430612}"/>
              </a:ext>
            </a:extLst>
          </p:cNvPr>
          <p:cNvSpPr/>
          <p:nvPr/>
        </p:nvSpPr>
        <p:spPr>
          <a:xfrm>
            <a:off x="4467125" y="4586407"/>
            <a:ext cx="2354277" cy="89862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Define Feature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(Age, </a:t>
            </a:r>
            <a:r>
              <a:rPr lang="en-US" b="1" dirty="0" err="1">
                <a:solidFill>
                  <a:schemeClr val="tx1"/>
                </a:solidFill>
              </a:rPr>
              <a:t>Pclass</a:t>
            </a:r>
            <a:r>
              <a:rPr lang="en-US" b="1" dirty="0">
                <a:solidFill>
                  <a:schemeClr val="tx1"/>
                </a:solidFill>
              </a:rPr>
              <a:t>, &amp; Sex)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&amp; Target (Fare)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E3081DD-4547-18E0-30B1-E2D69B711E26}"/>
              </a:ext>
            </a:extLst>
          </p:cNvPr>
          <p:cNvSpPr/>
          <p:nvPr/>
        </p:nvSpPr>
        <p:spPr>
          <a:xfrm>
            <a:off x="4863062" y="5781150"/>
            <a:ext cx="1562405" cy="89861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Split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4CC1946-488E-2BB7-682A-0A1E80BE5475}"/>
              </a:ext>
            </a:extLst>
          </p:cNvPr>
          <p:cNvSpPr/>
          <p:nvPr/>
        </p:nvSpPr>
        <p:spPr>
          <a:xfrm>
            <a:off x="4863062" y="961176"/>
            <a:ext cx="1562404" cy="89861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Load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Titanic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5DFC50-BD21-6CD8-27C6-1EAAF0B463D6}"/>
              </a:ext>
            </a:extLst>
          </p:cNvPr>
          <p:cNvSpPr txBox="1"/>
          <p:nvPr/>
        </p:nvSpPr>
        <p:spPr>
          <a:xfrm>
            <a:off x="2400974" y="0"/>
            <a:ext cx="64865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Module 06 Lab Regression and Classification </a:t>
            </a:r>
          </a:p>
          <a:p>
            <a:pPr algn="ctr"/>
            <a:r>
              <a:rPr lang="en-US" sz="2400" b="1" dirty="0"/>
              <a:t>Process Chart </a:t>
            </a:r>
            <a:r>
              <a:rPr lang="en-US" sz="2000" b="1" dirty="0"/>
              <a:t>By Olis Bahari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28B5FF-9A89-DB01-921E-AAEBBFA52107}"/>
              </a:ext>
            </a:extLst>
          </p:cNvPr>
          <p:cNvSpPr txBox="1"/>
          <p:nvPr/>
        </p:nvSpPr>
        <p:spPr>
          <a:xfrm>
            <a:off x="11601774" y="0"/>
            <a:ext cx="5902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V2.0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BDB3121-ED54-49E7-7C8D-6139B7400CC7}"/>
              </a:ext>
            </a:extLst>
          </p:cNvPr>
          <p:cNvCxnSpPr>
            <a:cxnSpLocks/>
            <a:stCxn id="23" idx="1"/>
          </p:cNvCxnSpPr>
          <p:nvPr/>
        </p:nvCxnSpPr>
        <p:spPr>
          <a:xfrm flipH="1" flipV="1">
            <a:off x="3717046" y="6230459"/>
            <a:ext cx="1146016" cy="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3B7B7A2-CF27-E414-4238-41541CBB5BBF}"/>
              </a:ext>
            </a:extLst>
          </p:cNvPr>
          <p:cNvCxnSpPr/>
          <p:nvPr/>
        </p:nvCxnSpPr>
        <p:spPr>
          <a:xfrm flipH="1" flipV="1">
            <a:off x="6425466" y="6230459"/>
            <a:ext cx="1146016" cy="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7869DB81-C4A4-B63C-4D81-14227D733E65}"/>
              </a:ext>
            </a:extLst>
          </p:cNvPr>
          <p:cNvSpPr/>
          <p:nvPr/>
        </p:nvSpPr>
        <p:spPr>
          <a:xfrm>
            <a:off x="7588248" y="5982156"/>
            <a:ext cx="449389" cy="46560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0EF93DF-09C3-E665-1BC5-FA2864D9BAC3}"/>
              </a:ext>
            </a:extLst>
          </p:cNvPr>
          <p:cNvSpPr/>
          <p:nvPr/>
        </p:nvSpPr>
        <p:spPr>
          <a:xfrm>
            <a:off x="3250892" y="5997655"/>
            <a:ext cx="449389" cy="46560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120FAB-6888-4B79-2525-66D9C3E16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F853-927F-43D6-884E-B011DEAAAE4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526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B438F6F-4C9C-C391-BD2D-B2A48AD15E37}"/>
              </a:ext>
            </a:extLst>
          </p:cNvPr>
          <p:cNvCxnSpPr>
            <a:cxnSpLocks/>
          </p:cNvCxnSpPr>
          <p:nvPr/>
        </p:nvCxnSpPr>
        <p:spPr>
          <a:xfrm>
            <a:off x="7916246" y="696799"/>
            <a:ext cx="6776" cy="470721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A100C7-EF38-7ED6-7E51-CB8BE6747467}"/>
              </a:ext>
            </a:extLst>
          </p:cNvPr>
          <p:cNvCxnSpPr>
            <a:cxnSpLocks/>
          </p:cNvCxnSpPr>
          <p:nvPr/>
        </p:nvCxnSpPr>
        <p:spPr>
          <a:xfrm>
            <a:off x="4265591" y="696799"/>
            <a:ext cx="1" cy="468592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D6AA00A-AD49-032A-501E-0037F15F8B10}"/>
              </a:ext>
            </a:extLst>
          </p:cNvPr>
          <p:cNvSpPr/>
          <p:nvPr/>
        </p:nvSpPr>
        <p:spPr>
          <a:xfrm>
            <a:off x="3484389" y="956970"/>
            <a:ext cx="1562405" cy="120315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Create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Linear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Regression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Model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C3878B8-1235-699C-7592-FE006F66239F}"/>
              </a:ext>
            </a:extLst>
          </p:cNvPr>
          <p:cNvSpPr/>
          <p:nvPr/>
        </p:nvSpPr>
        <p:spPr>
          <a:xfrm>
            <a:off x="3484389" y="2499816"/>
            <a:ext cx="1562405" cy="120315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Train or Fit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Model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E59CAC-DA1E-125D-79F7-37681DEDAB5F}"/>
              </a:ext>
            </a:extLst>
          </p:cNvPr>
          <p:cNvSpPr/>
          <p:nvPr/>
        </p:nvSpPr>
        <p:spPr>
          <a:xfrm>
            <a:off x="3484389" y="3963144"/>
            <a:ext cx="1562405" cy="120315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Make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Prediction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72CC477-E626-2FA9-D26F-77495A322D44}"/>
              </a:ext>
            </a:extLst>
          </p:cNvPr>
          <p:cNvSpPr/>
          <p:nvPr/>
        </p:nvSpPr>
        <p:spPr>
          <a:xfrm>
            <a:off x="3484389" y="5382728"/>
            <a:ext cx="1562405" cy="120315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Evaluate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Model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Using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MSE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5B1F055-0272-727E-E613-2F8AAC1BE4F6}"/>
              </a:ext>
            </a:extLst>
          </p:cNvPr>
          <p:cNvSpPr/>
          <p:nvPr/>
        </p:nvSpPr>
        <p:spPr>
          <a:xfrm>
            <a:off x="7138432" y="956970"/>
            <a:ext cx="1562405" cy="120315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Create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Logistic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Regression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Model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48854D0-01DD-12D9-CEE7-40682B557943}"/>
              </a:ext>
            </a:extLst>
          </p:cNvPr>
          <p:cNvSpPr/>
          <p:nvPr/>
        </p:nvSpPr>
        <p:spPr>
          <a:xfrm>
            <a:off x="7138432" y="2499816"/>
            <a:ext cx="1562405" cy="120315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Train or Fit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Model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7F87F35-B4F4-593D-DD35-9187DAE8BC34}"/>
              </a:ext>
            </a:extLst>
          </p:cNvPr>
          <p:cNvSpPr/>
          <p:nvPr/>
        </p:nvSpPr>
        <p:spPr>
          <a:xfrm>
            <a:off x="7138432" y="3963144"/>
            <a:ext cx="1562405" cy="120315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Make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Prediction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D7550D7-05BB-3C53-47D7-69F56A0FB817}"/>
              </a:ext>
            </a:extLst>
          </p:cNvPr>
          <p:cNvSpPr/>
          <p:nvPr/>
        </p:nvSpPr>
        <p:spPr>
          <a:xfrm>
            <a:off x="7138432" y="5382728"/>
            <a:ext cx="1562405" cy="120315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Evaluate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Model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Using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Accuracy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B64FA2C-9B2B-1A52-7D1F-8D45E4467274}"/>
              </a:ext>
            </a:extLst>
          </p:cNvPr>
          <p:cNvSpPr/>
          <p:nvPr/>
        </p:nvSpPr>
        <p:spPr>
          <a:xfrm>
            <a:off x="4040897" y="231191"/>
            <a:ext cx="449389" cy="46560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59B2182-D972-9F9D-EE7A-ED57439693C7}"/>
              </a:ext>
            </a:extLst>
          </p:cNvPr>
          <p:cNvSpPr/>
          <p:nvPr/>
        </p:nvSpPr>
        <p:spPr>
          <a:xfrm>
            <a:off x="7694940" y="231191"/>
            <a:ext cx="449389" cy="46560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C4E8FCF-B268-9D05-7F82-8B004F1EC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F853-927F-43D6-884E-B011DEAAAE4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045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73</Words>
  <Application>Microsoft Office PowerPoint</Application>
  <PresentationFormat>Widescreen</PresentationFormat>
  <Paragraphs>46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Olis Bahari</cp:lastModifiedBy>
  <cp:revision>34</cp:revision>
  <dcterms:created xsi:type="dcterms:W3CDTF">2026-06-25T06:54:57Z</dcterms:created>
  <dcterms:modified xsi:type="dcterms:W3CDTF">2026-06-25T11:53:44Z</dcterms:modified>
</cp:coreProperties>
</file>