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4FA165-E8E2-4859-BC8F-5F2250178FD3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1F4C81-34AF-48C8-A02F-02919DF7FB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65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8DF12-D391-D190-A363-856D86124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169B0-9897-0010-8C33-FBDC0675B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0538E-AEF7-3CF3-6906-5E3418966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AB007-53F0-4F11-ACBB-72EFA49100BC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CFDF8-CB01-2192-65C9-854200CD6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D178A-61BC-AEB7-478B-CFF54B3AB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053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4435-8B9B-DBDE-C382-1AA177E2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6FB44-D0A2-9F40-11C5-83FE50251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30094-10E7-92CC-8D9E-51D5B261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71AD-11A3-4499-828C-B57F56C4C1AB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D6C69-641C-4C12-090C-0C737D40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7EA32-D5ED-C125-93E0-9489C597E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1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61DCD-5109-5E6B-3E42-EECAB1AE4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209B9-F78F-9CD5-B887-77DA454E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E2DF0-63A3-2954-1D5D-D11EDB30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46938-D903-4484-B1EA-E86ED1FE01A7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2E0E0-0BCE-4937-C5B3-06121BE9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4A5B3-C881-FA00-67EB-3E2B449E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895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F1C6-02E6-1EAE-F1F7-93621987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6FD45-4810-703B-A516-267AB8E3AB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5DC39-1716-AD6A-492A-09A016849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3A40A-5496-EFF1-4FBF-35F75371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4A0D7-0038-49DA-BB28-E25A845FE16A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85C0A-55D5-0E16-FB55-4C6B2DCAE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76750-5310-B26A-C28C-401F5EE98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033D-50B9-DC31-8A5F-437B0C59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104CC-5654-4507-A896-65C268454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A1ADB-5331-7DF4-530F-28C95699D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1A56B8-916B-C6CC-F026-8CC8071A7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A7ED5-6D19-89D5-CE03-84EF2BE9B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4936CF-C522-CE65-E395-FCF01B20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282B4-14A2-436E-8964-584DE5A9C57E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4773D-6F3D-3686-54BC-26FDEE0C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A001BA-A0AE-09A8-EF02-CFB23976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74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7CF83-01D1-2761-3B38-D5FC6FE4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A81E74-74D7-A733-2BDA-F015D258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7A3FF-5E7D-4362-8351-26884F33ABC1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6F13D-52BC-05C9-0A78-7C4C35B1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E6252-CCF2-37E2-AFDB-CD53FB93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7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5704A-80E1-DB0B-DA57-B06B8A09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8515-7005-4ADE-BAA2-3C73D4B278D2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9C314-2C82-A5E4-ED65-098E9C68F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09E2F-55F4-2C3D-FEC2-037037E6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0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69DE-BBF2-39F2-4784-248C5599E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FD0AF-17BF-7811-4185-09C02306B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5D2E7-E4A9-8068-0430-9D335468A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55CF9-1058-B3FC-6BDA-AB72A7366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F141B-BE0D-45BA-A939-563400DFE458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0E361-578C-1BDA-FCF4-DD3C8952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7A71F-31D8-987F-CC66-68C0632B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35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521F-348B-7405-5B7F-4069FF205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8484EF-18C5-2E97-14B6-C95163D00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663BB-487A-5987-578F-232637073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36E46-06AD-F3CC-27AE-68390924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C577-B2AC-4911-9D01-16762821CC4E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CBDF0-663F-6ACC-42CB-4DA39351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B6B67-4A47-6754-509E-82C9F9DC1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922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1CD1-E56F-CDAD-153B-AB048F5B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E9BE1-7E4B-5EEC-590D-200184B0C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7BF64-052F-8631-A0E2-A571C4CA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AE97-98B5-4186-8223-F3150A9B1BCB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E9789-1065-950A-D70A-834D792A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5EE46-E692-88D7-8B18-20E20587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14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44DBB-7B71-DF38-D4C7-BE4C308D57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03842-6C7B-114C-94A0-FB7F7126B0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9A96-5918-ABA9-9A11-EDCE0A5E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A7ED9-B620-48EA-B085-C136BED0D1F1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4530-94CC-0C31-4B21-B061D5FB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F9A30-664F-5A4C-82A3-5A502E95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02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8A4E21-A236-7132-2D9A-1BD8120C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859AE-B6D2-24B7-5891-C0F5A5FE6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5A5ED-F007-3E07-07E3-63F3B0EE8C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C6B10-6385-4862-928B-12C9B966C342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2DFDB-BA5E-3E71-7622-3683E500A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06E1B-6225-0947-83AE-47D3C7C68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CF853-927F-43D6-884E-B011DEAAAE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1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E439B-F9FE-E0E0-AA0E-84B5B77D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EB1DF26-98CC-16F9-0916-B91068D09F87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5406336" y="6123413"/>
            <a:ext cx="29906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3B8142B-B759-5813-94B5-C6A7F19635E9}"/>
              </a:ext>
            </a:extLst>
          </p:cNvPr>
          <p:cNvCxnSpPr>
            <a:cxnSpLocks/>
          </p:cNvCxnSpPr>
          <p:nvPr/>
        </p:nvCxnSpPr>
        <p:spPr>
          <a:xfrm>
            <a:off x="3003842" y="4595463"/>
            <a:ext cx="539312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8D731CD-1908-4FF2-593D-14A64830EC14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2135931" y="2355467"/>
            <a:ext cx="6474669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7A6579-D8A4-0D1A-DE9F-B9C101E10A85}"/>
              </a:ext>
            </a:extLst>
          </p:cNvPr>
          <p:cNvSpPr/>
          <p:nvPr/>
        </p:nvSpPr>
        <p:spPr>
          <a:xfrm>
            <a:off x="573527" y="1906158"/>
            <a:ext cx="1562404" cy="8986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Load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Titanic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E3619D-6002-9436-ADAA-B65261C77B7A}"/>
              </a:ext>
            </a:extLst>
          </p:cNvPr>
          <p:cNvSpPr txBox="1"/>
          <p:nvPr/>
        </p:nvSpPr>
        <p:spPr>
          <a:xfrm>
            <a:off x="3038583" y="0"/>
            <a:ext cx="52113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Module 07 Lab Random Forest Trees</a:t>
            </a:r>
          </a:p>
          <a:p>
            <a:pPr algn="ctr"/>
            <a:r>
              <a:rPr lang="en-US" sz="2400" b="1" dirty="0"/>
              <a:t>Process Chart </a:t>
            </a:r>
            <a:r>
              <a:rPr lang="en-US" sz="2000" b="1" dirty="0"/>
              <a:t>By Olis Bahari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E202CB-B608-0024-8676-096702C010AF}"/>
              </a:ext>
            </a:extLst>
          </p:cNvPr>
          <p:cNvSpPr txBox="1"/>
          <p:nvPr/>
        </p:nvSpPr>
        <p:spPr>
          <a:xfrm>
            <a:off x="8598908" y="5369359"/>
            <a:ext cx="1117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Task No. 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6B897F-3301-1378-9742-ADFF168B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40850"/>
            <a:ext cx="2743200" cy="365125"/>
          </a:xfrm>
        </p:spPr>
        <p:txBody>
          <a:bodyPr/>
          <a:lstStyle/>
          <a:p>
            <a:fld id="{33ACF853-927F-43D6-884E-B011DEAAAE40}" type="slidenum">
              <a:rPr lang="en-US" smtClean="0"/>
              <a:t>1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40586B8-CE9F-B9ED-51B6-95929E84C839}"/>
              </a:ext>
            </a:extLst>
          </p:cNvPr>
          <p:cNvGrpSpPr/>
          <p:nvPr/>
        </p:nvGrpSpPr>
        <p:grpSpPr>
          <a:xfrm>
            <a:off x="2596046" y="1483370"/>
            <a:ext cx="2482146" cy="1744194"/>
            <a:chOff x="3063248" y="1067832"/>
            <a:chExt cx="2482146" cy="174419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4BE1251-F8D6-7F3A-6B66-62DA4E376D87}"/>
                </a:ext>
              </a:extLst>
            </p:cNvPr>
            <p:cNvSpPr/>
            <p:nvPr/>
          </p:nvSpPr>
          <p:spPr>
            <a:xfrm>
              <a:off x="3063248" y="1637587"/>
              <a:ext cx="2482146" cy="11744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</a:rPr>
                <a:t>Pclass</a:t>
              </a:r>
              <a:endParaRPr lang="en-US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Sex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Age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fare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1648045-0B96-0BC2-AB6A-A4760C00B0C2}"/>
                </a:ext>
              </a:extLst>
            </p:cNvPr>
            <p:cNvSpPr/>
            <p:nvPr/>
          </p:nvSpPr>
          <p:spPr>
            <a:xfrm>
              <a:off x="3063248" y="1067832"/>
              <a:ext cx="2482146" cy="56975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Drop Missing Data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9621D6-81F6-2280-8FDC-FEFA3866D2B4}"/>
              </a:ext>
            </a:extLst>
          </p:cNvPr>
          <p:cNvGrpSpPr/>
          <p:nvPr/>
        </p:nvGrpSpPr>
        <p:grpSpPr>
          <a:xfrm>
            <a:off x="8637427" y="1483370"/>
            <a:ext cx="2482146" cy="1744194"/>
            <a:chOff x="3063248" y="1067832"/>
            <a:chExt cx="2482146" cy="1744194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4661D53-E7F5-0983-4EC3-2FFABCB69073}"/>
                </a:ext>
              </a:extLst>
            </p:cNvPr>
            <p:cNvSpPr/>
            <p:nvPr/>
          </p:nvSpPr>
          <p:spPr>
            <a:xfrm>
              <a:off x="3063248" y="1637587"/>
              <a:ext cx="2482146" cy="117443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Training Data </a:t>
              </a:r>
              <a:r>
                <a:rPr lang="en-US" b="1">
                  <a:solidFill>
                    <a:schemeClr val="tx1"/>
                  </a:solidFill>
                </a:rPr>
                <a:t>&amp; Testing </a:t>
              </a:r>
              <a:r>
                <a:rPr lang="en-US" b="1" dirty="0">
                  <a:solidFill>
                    <a:schemeClr val="tx1"/>
                  </a:solidFill>
                </a:rPr>
                <a:t>Data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6B73FA7-94AC-C6F5-4C11-5911E28A269F}"/>
                </a:ext>
              </a:extLst>
            </p:cNvPr>
            <p:cNvSpPr/>
            <p:nvPr/>
          </p:nvSpPr>
          <p:spPr>
            <a:xfrm>
              <a:off x="3063248" y="1067832"/>
              <a:ext cx="2482146" cy="56975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Split Data For Training and Testing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DA00838-83E0-3545-E0B7-9C48BB50A2FC}"/>
              </a:ext>
            </a:extLst>
          </p:cNvPr>
          <p:cNvSpPr/>
          <p:nvPr/>
        </p:nvSpPr>
        <p:spPr>
          <a:xfrm>
            <a:off x="678426" y="4179964"/>
            <a:ext cx="2325416" cy="830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Create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Random Forest Trees Model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B686CE-5A28-1E78-0D91-296C4111CDF1}"/>
              </a:ext>
            </a:extLst>
          </p:cNvPr>
          <p:cNvSpPr/>
          <p:nvPr/>
        </p:nvSpPr>
        <p:spPr>
          <a:xfrm>
            <a:off x="3759945" y="4179964"/>
            <a:ext cx="1562405" cy="83099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Train or Fit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779EA84-4B04-F012-741D-F052DC5C9D63}"/>
              </a:ext>
            </a:extLst>
          </p:cNvPr>
          <p:cNvSpPr/>
          <p:nvPr/>
        </p:nvSpPr>
        <p:spPr>
          <a:xfrm>
            <a:off x="5998178" y="4179964"/>
            <a:ext cx="1562405" cy="830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Make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Prediction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A16E2FF-9323-C842-945C-06164BE88ED8}"/>
              </a:ext>
            </a:extLst>
          </p:cNvPr>
          <p:cNvSpPr/>
          <p:nvPr/>
        </p:nvSpPr>
        <p:spPr>
          <a:xfrm>
            <a:off x="8396962" y="4179964"/>
            <a:ext cx="1562405" cy="830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Get Accuracy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2BA06DA-EFA0-C3AB-9B4E-98E9727FB5B6}"/>
              </a:ext>
            </a:extLst>
          </p:cNvPr>
          <p:cNvSpPr/>
          <p:nvPr/>
        </p:nvSpPr>
        <p:spPr>
          <a:xfrm>
            <a:off x="3843931" y="5707913"/>
            <a:ext cx="1562405" cy="830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Plot Confusion Matrix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E4AB09A-9064-3385-FD92-3ECA387365AE}"/>
              </a:ext>
            </a:extLst>
          </p:cNvPr>
          <p:cNvSpPr/>
          <p:nvPr/>
        </p:nvSpPr>
        <p:spPr>
          <a:xfrm>
            <a:off x="5918460" y="5707913"/>
            <a:ext cx="1721840" cy="830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Classification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Report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5C9E317-469E-F2DA-6E25-5D2AC549F5CA}"/>
              </a:ext>
            </a:extLst>
          </p:cNvPr>
          <p:cNvSpPr/>
          <p:nvPr/>
        </p:nvSpPr>
        <p:spPr>
          <a:xfrm>
            <a:off x="8396962" y="5707913"/>
            <a:ext cx="1562405" cy="8309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Cross Validation Report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3AA591-42F3-8571-7AD3-31DDB659172D}"/>
              </a:ext>
            </a:extLst>
          </p:cNvPr>
          <p:cNvGrpSpPr/>
          <p:nvPr/>
        </p:nvGrpSpPr>
        <p:grpSpPr>
          <a:xfrm>
            <a:off x="5538307" y="1047322"/>
            <a:ext cx="2482146" cy="2616290"/>
            <a:chOff x="5538307" y="1052091"/>
            <a:chExt cx="2482146" cy="26162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00AA125-99C3-085C-483A-D1D7510C8DC6}"/>
                </a:ext>
              </a:extLst>
            </p:cNvPr>
            <p:cNvGrpSpPr/>
            <p:nvPr/>
          </p:nvGrpSpPr>
          <p:grpSpPr>
            <a:xfrm>
              <a:off x="5538307" y="1052091"/>
              <a:ext cx="2482146" cy="1744194"/>
              <a:chOff x="3063248" y="1067832"/>
              <a:chExt cx="2482146" cy="174419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2463CCD-AFE9-117F-D66A-63692BF8ADD2}"/>
                  </a:ext>
                </a:extLst>
              </p:cNvPr>
              <p:cNvSpPr/>
              <p:nvPr/>
            </p:nvSpPr>
            <p:spPr>
              <a:xfrm>
                <a:off x="3063248" y="1637587"/>
                <a:ext cx="2482146" cy="1174439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tx1"/>
                    </a:solidFill>
                  </a:rPr>
                  <a:t>pclass</a:t>
                </a:r>
                <a:endParaRPr lang="en-US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sex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age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fare</a:t>
                </a:r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33CDAE6-79A0-0300-8D19-0898D53A237D}"/>
                  </a:ext>
                </a:extLst>
              </p:cNvPr>
              <p:cNvSpPr/>
              <p:nvPr/>
            </p:nvSpPr>
            <p:spPr>
              <a:xfrm>
                <a:off x="3063248" y="1067832"/>
                <a:ext cx="2482146" cy="56975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Data Mapping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Input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7BCCE7B-8851-5AFB-5D12-F6F11DAE7F04}"/>
                </a:ext>
              </a:extLst>
            </p:cNvPr>
            <p:cNvGrpSpPr/>
            <p:nvPr/>
          </p:nvGrpSpPr>
          <p:grpSpPr>
            <a:xfrm>
              <a:off x="5538307" y="2796285"/>
              <a:ext cx="2482146" cy="872096"/>
              <a:chOff x="3063248" y="1215641"/>
              <a:chExt cx="2482146" cy="991703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2505D90-5538-1E3E-41D0-8180E8FF39B3}"/>
                  </a:ext>
                </a:extLst>
              </p:cNvPr>
              <p:cNvSpPr/>
              <p:nvPr/>
            </p:nvSpPr>
            <p:spPr>
              <a:xfrm>
                <a:off x="3063248" y="1637589"/>
                <a:ext cx="2482146" cy="56975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survived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5D6030D-9002-6547-63B8-10119BE27D85}"/>
                  </a:ext>
                </a:extLst>
              </p:cNvPr>
              <p:cNvSpPr/>
              <p:nvPr/>
            </p:nvSpPr>
            <p:spPr>
              <a:xfrm>
                <a:off x="3063248" y="1215641"/>
                <a:ext cx="2482146" cy="42194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Output</a:t>
                </a:r>
              </a:p>
            </p:txBody>
          </p:sp>
        </p:grp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C10A3FE-830A-02BA-F1BA-24BA3C08C257}"/>
              </a:ext>
            </a:extLst>
          </p:cNvPr>
          <p:cNvSpPr txBox="1"/>
          <p:nvPr/>
        </p:nvSpPr>
        <p:spPr>
          <a:xfrm>
            <a:off x="11601774" y="0"/>
            <a:ext cx="590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V1.0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A04255-7967-FD80-E5E9-D10BD429DCFC}"/>
              </a:ext>
            </a:extLst>
          </p:cNvPr>
          <p:cNvSpPr txBox="1"/>
          <p:nvPr/>
        </p:nvSpPr>
        <p:spPr>
          <a:xfrm>
            <a:off x="6194552" y="5369359"/>
            <a:ext cx="1117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Task No.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A1317C-1BB0-2E23-1312-951F828C5F01}"/>
              </a:ext>
            </a:extLst>
          </p:cNvPr>
          <p:cNvSpPr txBox="1"/>
          <p:nvPr/>
        </p:nvSpPr>
        <p:spPr>
          <a:xfrm>
            <a:off x="4124697" y="5386974"/>
            <a:ext cx="1117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Task No. 1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EB427F3-1C7A-3338-3837-03EAF7268313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H="1">
            <a:off x="678426" y="2640345"/>
            <a:ext cx="10441147" cy="1955119"/>
          </a:xfrm>
          <a:prstGeom prst="bentConnector5">
            <a:avLst>
              <a:gd name="adj1" fmla="val -2189"/>
              <a:gd name="adj2" fmla="val 65959"/>
              <a:gd name="adj3" fmla="val 10218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8B50F3B-2285-297A-F950-717A846F1A1E}"/>
              </a:ext>
            </a:extLst>
          </p:cNvPr>
          <p:cNvCxnSpPr>
            <a:cxnSpLocks/>
            <a:stCxn id="19" idx="3"/>
            <a:endCxn id="28" idx="1"/>
          </p:cNvCxnSpPr>
          <p:nvPr/>
        </p:nvCxnSpPr>
        <p:spPr>
          <a:xfrm flipH="1">
            <a:off x="3843931" y="4595464"/>
            <a:ext cx="6115436" cy="1527949"/>
          </a:xfrm>
          <a:prstGeom prst="bentConnector5">
            <a:avLst>
              <a:gd name="adj1" fmla="val -3738"/>
              <a:gd name="adj2" fmla="val 50000"/>
              <a:gd name="adj3" fmla="val 10373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3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76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61</cp:revision>
  <dcterms:created xsi:type="dcterms:W3CDTF">2026-06-25T06:54:57Z</dcterms:created>
  <dcterms:modified xsi:type="dcterms:W3CDTF">2026-06-26T15:29:48Z</dcterms:modified>
</cp:coreProperties>
</file>