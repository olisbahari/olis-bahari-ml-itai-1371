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32" y="6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932F-2AAF-4A80-A9C8-4A24B71E2992}" type="datetimeFigureOut">
              <a:rPr lang="en-US" smtClean="0"/>
              <a:t>6/30/2026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005845-E83B-4E2F-9165-F66E68AA6D9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4663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23DBF-EF11-83C2-4484-97D921F552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74ED93-DE24-D1EC-2D50-E0F9A40DC1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6B5E9B-239C-EF43-8AF1-F58727315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FCE37-6875-4ED4-8814-1BB368BD9193}" type="datetime1">
              <a:rPr lang="en-US" smtClean="0"/>
              <a:t>6/30/2026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68F4DD-6917-9177-9F8E-14C1DF4AD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274CD9-66F6-B80B-0040-4F5A75A2B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6D77D-69AA-4B2A-B16A-56A2450B4E6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98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A7E12-8E56-E2BF-AF57-F004668E6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B1A37-1C41-50AA-73B3-583C7F3CE2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DD264E-AC7C-810C-BEA7-74C3267E7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18DEF-2966-4E32-9335-C86AA762A755}" type="datetime1">
              <a:rPr lang="en-US" smtClean="0"/>
              <a:t>6/30/2026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AA41A-8C39-FB9D-68A3-CBB78E159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9E09D6-7985-E888-DA45-6D4AEB953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6D77D-69AA-4B2A-B16A-56A2450B4E6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3695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2A5E8-7AAE-D9D4-0114-73F4F8228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959343-24E1-B27B-4AB3-22CD1253A7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7FCB1A-A8E8-54AD-B78F-40C1F8250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CB6C8-81F9-429B-94A0-728DB5D39598}" type="datetime1">
              <a:rPr lang="en-US" smtClean="0"/>
              <a:t>6/30/2026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F60F10-B3BC-9D1D-5504-81CBA8E40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7F997A-FF55-4AFD-CCE4-8F87D9F44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6D77D-69AA-4B2A-B16A-56A2450B4E6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4584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967B4-EE28-8BC0-0A89-084EB5036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6675D-5DBF-4BDC-D183-25F33E53C8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90E968-03B9-558C-9BA1-E9E355F4BE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D59AD5-C376-B127-D91E-674D0F1E8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6DDFF-0F57-431C-BA35-207DED647D64}" type="datetime1">
              <a:rPr lang="en-US" smtClean="0"/>
              <a:t>6/30/2026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6D5E61-0EE1-E61A-CB1D-786B5D0D9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017393-C053-E57D-D64E-ACF51FA26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6D77D-69AA-4B2A-B16A-56A2450B4E6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5786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C579D-4A3A-9BD5-17A7-FD9E333B3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7CE396-4C3A-D518-EF7D-84E232158A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4CE940-AC9A-C22B-82B4-1881E89145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0932AA-2B6B-5EAC-E04B-E8194A0224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764C0A-7E24-7204-122D-90209719F1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057C77-315A-3850-ACBE-7D2025A5D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12FCB-B6ED-46A2-AC14-56D01DA502E6}" type="datetime1">
              <a:rPr lang="en-US" smtClean="0"/>
              <a:t>6/30/2026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250A4A-73D3-EC53-A089-FB348A51B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8BFF08-81D5-A407-BA86-D803DBF92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6D77D-69AA-4B2A-B16A-56A2450B4E6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7425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56506-9A68-4BCB-95AE-580BC32C6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C9561E-04A2-47DE-75DB-660969A87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2A280-596D-4F74-91F3-3C50695492FE}" type="datetime1">
              <a:rPr lang="en-US" smtClean="0"/>
              <a:t>6/30/2026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D24B4B-EDD5-74B3-92E6-5CF1481CA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C45752-1B37-1DFC-F2F7-5291E3944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6D77D-69AA-4B2A-B16A-56A2450B4E6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903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3329F3-39BC-2BDD-9581-CD792A18B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17024-5183-4B49-AA3E-171280BF6701}" type="datetime1">
              <a:rPr lang="en-US" smtClean="0"/>
              <a:t>6/30/2026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A4DA4C-FF3A-1EE2-2BC5-A9BC08D30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7A030A-EB3B-48AE-19E9-296E25FE3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6D77D-69AA-4B2A-B16A-56A2450B4E6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0317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D6FC1-98E2-4E2E-7EC4-FB6C2FF3D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E0375-C5D7-80AF-3E52-6E1F2C6E6A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8E1C4B-8BCF-3A5F-BDE7-4610127FFF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8519FD-A59C-811D-8F23-B15698BD1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E2FAB-A803-4913-90AC-E2493CEE5269}" type="datetime1">
              <a:rPr lang="en-US" smtClean="0"/>
              <a:t>6/30/2026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A283EF-6F0A-D8F5-BF52-87AC1168D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E1492F-654C-9366-D58E-16C4E24D8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6D77D-69AA-4B2A-B16A-56A2450B4E6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8193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BC4C7-2F6A-8996-5456-FE1FFD505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5FF3A3-183A-54D1-A889-03E58A73B8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FDABE8-7AD6-3D0B-039C-89B5862ED7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06D279-152F-6618-1DCB-E2800BCBB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F2234-939D-43B4-A52A-52E69D0C34D2}" type="datetime1">
              <a:rPr lang="en-US" smtClean="0"/>
              <a:t>6/30/2026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D362FD-411D-0733-DFAC-1A3141AFF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E0CD3D-ECBE-CDAC-ADF1-4607B8726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6D77D-69AA-4B2A-B16A-56A2450B4E6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2808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68B7E-F34D-C0AD-DF15-B6261D586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37BD51-BF4B-EC56-B4B5-236975A0E3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30C18A-0038-7146-856C-DC1178F54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ABFCC-0726-4F32-9A93-FEE705F2515E}" type="datetime1">
              <a:rPr lang="en-US" smtClean="0"/>
              <a:t>6/30/2026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4337C3-362F-0C88-4B70-6136796CB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1B0D21-4007-2999-20CD-C4DA8536C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6D77D-69AA-4B2A-B16A-56A2450B4E6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717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2D407E-46E0-8C6C-66FF-C4A9977A1B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C919A7-0AE1-45A4-D4FA-4DE73378A4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8325A4-020E-1F9A-8FAF-4FD662140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AD34D-DF97-4779-A46E-BB14026F1DE9}" type="datetime1">
              <a:rPr lang="en-US" smtClean="0"/>
              <a:t>6/30/2026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BE13C-A315-4150-20BD-DCBB8BACD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F022B-A704-1B9A-492F-BEFFE2328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6D77D-69AA-4B2A-B16A-56A2450B4E6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1493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EB9877-BFE8-B82A-2EED-0694AA654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B56A4E-8B9F-D500-2D1B-0F8D24B7BC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9B0594-0C68-1A13-D6AA-A8A97D6EC2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FDFCFC-3194-4DD0-A63F-7EBED4171353}" type="datetime1">
              <a:rPr lang="en-US" smtClean="0"/>
              <a:t>6/30/2026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7A4A5C-3118-3D50-E252-BDAE3145D1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F5C80F-EB01-EA1D-B8DF-BE23802BC7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6D77D-69AA-4B2A-B16A-56A2450B4E6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1569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4B5FA03D-2231-F004-C6CC-EA993E5EE9D7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5255754" y="1300548"/>
            <a:ext cx="2136466" cy="776749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5B15BCC5-8A91-711E-31E5-5575C539A234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5159476" y="976084"/>
            <a:ext cx="4618705" cy="1101213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365C3CC8-4861-AC56-35C7-A479D7847843}"/>
              </a:ext>
            </a:extLst>
          </p:cNvPr>
          <p:cNvCxnSpPr>
            <a:cxnSpLocks/>
            <a:endCxn id="8" idx="0"/>
          </p:cNvCxnSpPr>
          <p:nvPr/>
        </p:nvCxnSpPr>
        <p:spPr>
          <a:xfrm rot="10800000" flipV="1">
            <a:off x="5006258" y="1300549"/>
            <a:ext cx="958032" cy="776747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D70FEB8B-9596-E7A1-A5DE-AD1F1640E565}"/>
              </a:ext>
            </a:extLst>
          </p:cNvPr>
          <p:cNvSpPr/>
          <p:nvPr/>
        </p:nvSpPr>
        <p:spPr>
          <a:xfrm>
            <a:off x="5262716" y="799105"/>
            <a:ext cx="1666569" cy="66859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Machine Learning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1C0A60-98CF-9329-0401-815640260E26}"/>
              </a:ext>
            </a:extLst>
          </p:cNvPr>
          <p:cNvSpPr/>
          <p:nvPr/>
        </p:nvSpPr>
        <p:spPr>
          <a:xfrm>
            <a:off x="1787011" y="2077297"/>
            <a:ext cx="1666569" cy="66859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Course</a:t>
            </a:r>
          </a:p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Presentation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77A80A-D5DC-0952-BEF9-E25B14F9A9E8}"/>
              </a:ext>
            </a:extLst>
          </p:cNvPr>
          <p:cNvSpPr/>
          <p:nvPr/>
        </p:nvSpPr>
        <p:spPr>
          <a:xfrm>
            <a:off x="4172973" y="2077297"/>
            <a:ext cx="1666569" cy="66859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Assignments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9A7FC8-1A5B-DD88-3B2F-4A8347C68F3D}"/>
              </a:ext>
            </a:extLst>
          </p:cNvPr>
          <p:cNvSpPr/>
          <p:nvPr/>
        </p:nvSpPr>
        <p:spPr>
          <a:xfrm>
            <a:off x="6558935" y="2077297"/>
            <a:ext cx="1666569" cy="66859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Key</a:t>
            </a:r>
          </a:p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Readings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B6ADA4-4F5D-09DE-4163-03A19A654C3B}"/>
              </a:ext>
            </a:extLst>
          </p:cNvPr>
          <p:cNvSpPr/>
          <p:nvPr/>
        </p:nvSpPr>
        <p:spPr>
          <a:xfrm>
            <a:off x="8944896" y="2077297"/>
            <a:ext cx="1666569" cy="66859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Supplemental</a:t>
            </a:r>
          </a:p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Readings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37F99A-562F-605E-9D64-5684BA36F311}"/>
              </a:ext>
            </a:extLst>
          </p:cNvPr>
          <p:cNvSpPr txBox="1"/>
          <p:nvPr/>
        </p:nvSpPr>
        <p:spPr>
          <a:xfrm>
            <a:off x="10876547" y="0"/>
            <a:ext cx="131545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ysClr val="windowText" lastClr="000000"/>
                </a:solidFill>
              </a:rPr>
              <a:t>Revision 3.0</a:t>
            </a:r>
          </a:p>
        </p:txBody>
      </p: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7AB1A268-79B8-EBE9-EB1E-89498A874089}"/>
              </a:ext>
            </a:extLst>
          </p:cNvPr>
          <p:cNvCxnSpPr>
            <a:cxnSpLocks/>
            <a:endCxn id="7" idx="0"/>
          </p:cNvCxnSpPr>
          <p:nvPr/>
        </p:nvCxnSpPr>
        <p:spPr>
          <a:xfrm rot="10800000" flipV="1">
            <a:off x="2620297" y="976085"/>
            <a:ext cx="2635457" cy="1101212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D44610B-E353-0592-E25C-6E08DF1ADAEE}"/>
              </a:ext>
            </a:extLst>
          </p:cNvPr>
          <p:cNvSpPr txBox="1"/>
          <p:nvPr/>
        </p:nvSpPr>
        <p:spPr>
          <a:xfrm>
            <a:off x="2317955" y="0"/>
            <a:ext cx="755609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ysClr val="windowText" lastClr="000000"/>
                </a:solidFill>
              </a:rPr>
              <a:t>Introduction to Machine Learning </a:t>
            </a:r>
          </a:p>
          <a:p>
            <a:pPr algn="ctr"/>
            <a:r>
              <a:rPr lang="en-US" sz="2000" b="1" dirty="0">
                <a:solidFill>
                  <a:sysClr val="windowText" lastClr="000000"/>
                </a:solidFill>
              </a:rPr>
              <a:t>Class Syllabus Summer 2026 Modules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61660-91FA-A94A-9AC8-A564F4C14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6D77D-69AA-4B2A-B16A-56A2450B4E6C}" type="slidenum">
              <a:rPr lang="en-US" smtClean="0"/>
              <a:t>1</a:t>
            </a:fld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1AB3720-EFCE-D7FF-4DBE-BB2DFA07B2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7625" y="2937615"/>
            <a:ext cx="4476750" cy="368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2059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21</Words>
  <Application>Microsoft Office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Olis Bahari</dc:creator>
  <cp:lastModifiedBy>Lenovo</cp:lastModifiedBy>
  <cp:revision>32</cp:revision>
  <dcterms:created xsi:type="dcterms:W3CDTF">2026-06-02T12:20:16Z</dcterms:created>
  <dcterms:modified xsi:type="dcterms:W3CDTF">2026-06-30T14:57:01Z</dcterms:modified>
</cp:coreProperties>
</file>